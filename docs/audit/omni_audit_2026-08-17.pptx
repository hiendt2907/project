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Audit hệ thống Omni — 2026-08-17</a:t>
            </a:r>
          </a:p>
          <a:p>
            <a:r>
              <a:rPr sz="1300">
                <a:solidFill>
                  <a:srgbClr val="606060"/>
                </a:solidFill>
              </a:rPr>
              <a:t>Cluster GCP k3s `omni-k3s-vm` (namespace multi-agent / cicd / monitor / argocd / vault) · bằng chứng: kubectl + psql + redis-cli + grep code · read-only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Tổng số phát hiện: 19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Theo mức độ:</a:t>
            </a:r>
          </a:p>
          <a:p>
            <a:pPr lvl="1">
              <a:spcAft>
                <a:spcPts val="600"/>
              </a:spcAft>
            </a:pPr>
            <a:r>
              <a:rPr sz="1100" b="0"/>
              <a:t>Nghiêm trọng: 5</a:t>
            </a:r>
          </a:p>
          <a:p>
            <a:pPr lvl="1">
              <a:spcAft>
                <a:spcPts val="600"/>
              </a:spcAft>
            </a:pPr>
            <a:r>
              <a:rPr sz="1100" b="0"/>
              <a:t>Trung bình: 5</a:t>
            </a:r>
          </a:p>
          <a:p>
            <a:pPr lvl="1">
              <a:spcAft>
                <a:spcPts val="600"/>
              </a:spcAft>
            </a:pPr>
            <a:r>
              <a:rPr sz="1100" b="0"/>
              <a:t>Thấp: 3</a:t>
            </a:r>
          </a:p>
          <a:p>
            <a:pPr lvl="1">
              <a:spcAft>
                <a:spcPts val="600"/>
              </a:spcAft>
            </a:pPr>
            <a:r>
              <a:rPr sz="1100" b="0"/>
              <a:t>Thông tin: 6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Theo hạng mục:</a:t>
            </a:r>
          </a:p>
          <a:p>
            <a:pPr lvl="1">
              <a:spcAft>
                <a:spcPts val="600"/>
              </a:spcAft>
            </a:pPr>
            <a:r>
              <a:rPr sz="1100" b="0"/>
              <a:t>Hạng mục 1 — Hạ tầng đang chạy thật: 7</a:t>
            </a:r>
          </a:p>
          <a:p>
            <a:pPr lvl="1">
              <a:spcAft>
                <a:spcPts val="600"/>
              </a:spcAft>
            </a:pPr>
            <a:r>
              <a:rPr sz="1100" b="0"/>
              <a:t>Hạng mục 2 — Bảo mật / an toàn thông tin: 5</a:t>
            </a:r>
          </a:p>
          <a:p>
            <a:pPr lvl="1">
              <a:spcAft>
                <a:spcPts val="600"/>
              </a:spcAft>
            </a:pPr>
            <a:r>
              <a:rPr sz="1100" b="0"/>
              <a:t>Hạng mục 3 — Hardcode &amp; dead code: 3</a:t>
            </a:r>
          </a:p>
          <a:p>
            <a:pPr lvl="1">
              <a:spcAft>
                <a:spcPts val="600"/>
              </a:spcAft>
            </a:pPr>
            <a:r>
              <a:rPr sz="1100" b="0"/>
              <a:t>Hạng mục 4 — Logic &amp; invariant nghiệp vụ: 3</a:t>
            </a:r>
          </a:p>
          <a:p>
            <a:pPr lvl="1">
              <a:spcAft>
                <a:spcPts val="600"/>
              </a:spcAft>
            </a:pPr>
            <a:r>
              <a:rPr sz="1100" b="0"/>
              <a:t>Hạng mục 5 — Báo cáo / hiển thị: 1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3 phát hiện NGHIÊM TRỌNG cần quyết định ngay:</a:t>
            </a:r>
          </a:p>
          <a:p>
            <a:pPr lvl="1">
              <a:spcAft>
                <a:spcPts val="600"/>
              </a:spcAft>
            </a:pPr>
            <a:r>
              <a:rPr sz="1100" b="0"/>
              <a:t>#1 — 13 commit (gồm 4 bản vá bug) đã push nhưng CHƯA build/deploy: production đang chạy code cũ bae5c68</a:t>
            </a:r>
          </a:p>
          <a:p>
            <a:pPr lvl="1">
              <a:spcAft>
                <a:spcPts val="600"/>
              </a:spcAft>
            </a:pPr>
            <a:r>
              <a:rPr sz="1100" b="0"/>
              <a:t>#2 — Backup Postgres hôm nay FAIL (webhook Istio) → không có bản sao lưu DB hôm nay</a:t>
            </a:r>
          </a:p>
          <a:p>
            <a:pPr lvl="1">
              <a:spcAft>
                <a:spcPts val="600"/>
              </a:spcAft>
            </a:pPr>
            <a:r>
              <a:rPr sz="1100" b="0"/>
              <a:t>#8 — ClusterRole đang bind cho quyền đọc/ghi MỌI secret toàn cluster (vault/argocd/cicd/harbor)</a:t>
            </a:r>
          </a:p>
          <a:p>
            <a:pPr lvl="1">
              <a:spcAft>
                <a:spcPts val="600"/>
              </a:spcAft>
            </a:pPr>
            <a:r>
              <a:rPr sz="1100" b="0"/>
              <a:t>#13 — Rò rỉ 38.077 key Redis không TTL (~115MB/165MB) → rủi ro Redis OOM kéo sập audit chain + RAG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Chi tiết đầy đủ: docs/audit/omni_audit_2026-08-17.xlsx — sheet "Findings" (19 dòng) và sheet "Khong_kiem_chung_duoc" (6 mục).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Hạng mục 1 — Hạ tầng đang chạy thật</a:t>
            </a:r>
          </a:p>
          <a:p>
            <a:r>
              <a:rPr sz="1300">
                <a:solidFill>
                  <a:srgbClr val="606060"/>
                </a:solidFill>
              </a:rPr>
              <a:t>7 phát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[Nghiêm trọng] Production chạy code cũ — dòng 1</a:t>
            </a:r>
          </a:p>
          <a:p>
            <a:pPr lvl="1">
              <a:spcAft>
                <a:spcPts val="600"/>
              </a:spcAft>
            </a:pPr>
            <a:r>
              <a:rPr sz="1100" b="0"/>
              <a:t>image=multi-agent-system:bae5c68 vs HEAD 9daca36 → 13 commit chưa deploy; manifest git cũng vẫn pin bae5c68 (Jenkins chưa build).</a:t>
            </a:r>
          </a:p>
          <a:p>
            <a:pPr lvl="1">
              <a:spcAft>
                <a:spcPts val="600"/>
              </a:spcAft>
            </a:pPr>
            <a:r>
              <a:rPr sz="1100" b="0"/>
              <a:t>Xác nhận trực tiếp trong pod: /app/src/workers/tool_output_status.py KHÔNG tồn tại (bản vá Đ67).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[Nghiêm trọng] Backup DB + CRAT integrity FAIL — dòng 2</a:t>
            </a:r>
          </a:p>
          <a:p>
            <a:pPr lvl="1">
              <a:spcAft>
                <a:spcPts val="600"/>
              </a:spcAft>
            </a:pPr>
            <a:r>
              <a:rPr sz="1100" b="0"/>
              <a:t>Job 02:00 hôm nay: 'failed calling webhook sidecar-injector.istio.io ... 502' → BackoffLimitExceeded. Lặp lại ở 4d và 8d trước.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[Trung bình] Lỗ hổng 3,7 ngày kiểm toàn vẹn CRAT — dòng 3; ArgoCD chỉ sync 6 file, RBAC ngoài phạm vi — dòng 4</a:t>
            </a:r>
          </a:p>
          <a:p>
            <a:pPr lvl="1">
              <a:spcAft>
                <a:spcPts val="600"/>
              </a:spcAft>
            </a:pPr>
            <a:r>
              <a:rPr sz="1100" b="0"/>
              <a:t>ArgoCD 'Synced/Healthy' KHÔNG có nghĩa git = cluster: directory.include chỉ gồm 6 manifest.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[Thấp/Thông tin] :latest còn ở 2 portal web — dòng 5; svclb-istio Pending 12d — dòng 6; monitor 9/9 khoẻ sau reboot — dòng 7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→ Xem sheet Findings, dòng 1-7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Hạng mục 2 — Bảo mật / an toàn thông tin</a:t>
            </a:r>
          </a:p>
          <a:p>
            <a:r>
              <a:rPr sz="1300">
                <a:solidFill>
                  <a:srgbClr val="606060"/>
                </a:solidFill>
              </a:rPr>
              <a:t>5 phát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[Nghiêm trọng] Quyền vượt phạm vi mô tả — dòng 8</a:t>
            </a:r>
          </a:p>
          <a:p>
            <a:pPr lvl="1">
              <a:spcAft>
                <a:spcPts val="600"/>
              </a:spcAft>
            </a:pPr>
            <a:r>
              <a:rPr sz="1100" b="0"/>
              <a:t>ClusterRole omni-executor-mutate-lab: secrets get/list/watch/patch/update, cluster-wide, không giới hạn namespace/resourceNames.</a:t>
            </a:r>
          </a:p>
          <a:p>
            <a:pPr lvl="1">
              <a:spcAft>
                <a:spcPts val="600"/>
              </a:spcAft>
            </a:pPr>
            <a:r>
              <a:rPr sz="1100" b="0"/>
              <a:t>SA omni-fullstack vì thế đọc được secret của vault, argocd, cicd (Jenkins/Gitea), Harbor, omni-pg-secret.</a:t>
            </a:r>
          </a:p>
          <a:p>
            <a:pPr lvl="1">
              <a:spcAft>
                <a:spcPts val="600"/>
              </a:spcAft>
            </a:pPr>
            <a:r>
              <a:rPr sz="1100" b="0"/>
              <a:t>CLAUDE.md mô tả hẹp hơn thực tế ('không có quyền Secrets tuỳ ý') → audit bảo mật trước đây bị dẫn sai.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[Trung bình] Nhãn 'Lab-only. Do not bind in prod.' vẫn còn TRÊN CLUSTER — dòng 9</a:t>
            </a:r>
          </a:p>
          <a:p>
            <a:pPr lvl="1">
              <a:spcAft>
                <a:spcPts val="600"/>
              </a:spcAft>
            </a:pPr>
            <a:r>
              <a:rPr sz="1100" b="0"/>
              <a:t>Bản vá Đ68 chỉ nằm trong git; không có đường sync (hệ quả của dòng 4).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[Trung bình] CLAUDE.md lệch env hiệu lực — dòng 10</a:t>
            </a:r>
          </a:p>
          <a:p>
            <a:pPr lvl="1">
              <a:spcAft>
                <a:spcPts val="600"/>
              </a:spcAft>
            </a:pPr>
            <a:r>
              <a:rPr sz="1100" b="0"/>
              <a:t>OMNI_AUTO_ROLLBACK_ENABLED / OMNI_SIEM_SUGGEST_ONLY=false KHÔNG tồn tại trên deployment GCP; SUGGEST_ONLY thật = true.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[Thông tin, tích cực] Không secret plaintext trong git — dòng 11; grafana/prometheus có basicauth, gateway 401 toàn bộ, rate limit tầng app CÓ — dòng 12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→ Xem sheet Findings, dòng 8-12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Hạng mục 3 — Hardcode &amp; dead code</a:t>
            </a:r>
          </a:p>
          <a:p>
            <a:r>
              <a:rPr sz="1300">
                <a:solidFill>
                  <a:srgbClr val="606060"/>
                </a:solidFill>
              </a:rPr>
              <a:t>3 phát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[Nghiêm trọng] Rò rỉ key Redis không giới hạn — dòng 13</a:t>
            </a:r>
          </a:p>
          <a:p>
            <a:pPr lvl="1">
              <a:spcAft>
                <a:spcPts val="600"/>
              </a:spcAft>
            </a:pPr>
            <a:r>
              <a:rPr sz="1100" b="0"/>
              <a:t>src/pkg/onboarding/discovery_doc.py:555-567 regenerate_diagrams(): INCR version + SET, KHÔNG TTL, KHÔNG cap retention.</a:t>
            </a:r>
          </a:p>
          <a:p>
            <a:pPr lvl="1">
              <a:spcAft>
                <a:spcPts val="600"/>
              </a:spcAft>
            </a:pPr>
            <a:r>
              <a:rPr sz="1100" b="0"/>
              <a:t>Gọi mỗi discovery evidence (onboarding_pipeline.py:55/:173, gateway/routes/onboarding.py:182).</a:t>
            </a:r>
          </a:p>
          <a:p>
            <a:pPr lvl="1">
              <a:spcAft>
                <a:spcPts val="600"/>
              </a:spcAft>
            </a:pPr>
            <a:r>
              <a:rPr sz="1100" b="0"/>
              <a:t>Đo thật: 38.077 key (27.372 staging-sim + 10.705 loyalty-uat), ttl=-1, ~2.951 bytes/key ≈ 115MB / 165MB tổng.</a:t>
            </a:r>
          </a:p>
          <a:p>
            <a:pPr lvl="1">
              <a:spcAft>
                <a:spcPts val="600"/>
              </a:spcAft>
            </a:pPr>
            <a:r>
              <a:rPr sz="1100" b="0"/>
              <a:t>maxmemory-policy=volatile-lru KHÔNG evict key không TTL → chạm 2GB là Redis từ chối ghi, kéo theo audit chain + RAG + hot cache.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[Thấp] Default trỏ hạ tầng cũ — dòng 14</a:t>
            </a:r>
          </a:p>
          <a:p>
            <a:pPr lvl="1">
              <a:spcAft>
                <a:spcPts val="600"/>
              </a:spcAft>
            </a:pPr>
            <a:r>
              <a:rPr sz="1100" b="0"/>
              <a:t>host.orb.internal:11434 còn ở ollama_embed.py:39, settings.py:750/755, vllm_client.py:160/164 dù đã chuyển NIM → fallback im lặng.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[Thấp] Dead code thật duy nhất: src/training/kb_seed.py — dòng 15 (5 module nghi ngờ khác đã verify là CÓ tham chiếu)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→ Xem sheet Findings, dòng 13-15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Hạng mục 4 — Logic &amp; invariant nghiệp vụ</a:t>
            </a:r>
          </a:p>
          <a:p>
            <a:r>
              <a:rPr sz="1300">
                <a:solidFill>
                  <a:srgbClr val="606060"/>
                </a:solidFill>
              </a:rPr>
              <a:t>3 phát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[Thông tin] Code hiện tại KHÔNG vi phạm invariant nào kiểm được — dòng 16</a:t>
            </a:r>
          </a:p>
          <a:p>
            <a:pPr lvl="1">
              <a:spcAft>
                <a:spcPts val="600"/>
              </a:spcAft>
            </a:pPr>
            <a:r>
              <a:rPr sz="1100" b="0"/>
              <a:t>INV_KNOWLEDGE_NOT_ALERT, gateway↛workers, domain_hint đầy đủ, CRAT fail-closed, khoá ký Ed25519 có thật trong pod. 164 test liên quan xanh.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[Nghiêm trọng] Nhưng hành vi PRODUCTION vẫn sai vì chưa deploy — dòng 17</a:t>
            </a:r>
          </a:p>
          <a:p>
            <a:pPr lvl="1">
              <a:spcAft>
                <a:spcPts val="600"/>
              </a:spcAft>
            </a:pPr>
            <a:r>
              <a:rPr sz="1100" b="0"/>
              <a:t>omni_admin.case_ledger.domain = 'unknown' cho 305/305 dòng, y như trước bản vá Đ63. Ca mới nhất 2026-08-13 04:30.</a:t>
            </a:r>
          </a:p>
          <a:p>
            <a:pPr lvl="1">
              <a:spcAft>
                <a:spcPts val="600"/>
              </a:spcAft>
            </a:pPr>
            <a:r>
              <a:rPr sz="1100" b="0"/>
              <a:t>→ Sai lệch nằm ở KHOẢNG CÁCH git↔cluster, không phải ở thuật toán. Đây là chủ đề xuyên suốt của cả audit này.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[Trung bình] Kho SOP cho RAG rỗng hoàn toàn — dòng 18</a:t>
            </a:r>
          </a:p>
          <a:p>
            <a:pPr lvl="1">
              <a:spcAft>
                <a:spcPts val="600"/>
              </a:spcAft>
            </a:pPr>
            <a:r>
              <a:rPr sz="1100" b="0"/>
              <a:t>omni:rag:sop HLEN=0, không key omni:rag:* nào, 0 doc itops_sop_ledger (CLAUDE.md ghi 1019). Re-index Đ60 không nạp lại corpus.</a:t>
            </a:r>
          </a:p>
          <a:p>
            <a:pPr lvl="1">
              <a:spcAft>
                <a:spcPts val="600"/>
              </a:spcAft>
            </a:pPr>
            <a:r>
              <a:rPr sz="1100" b="0"/>
              <a:t>omni_admin.playbook cũng vẫn 0 dòng → nhánh triage RAG tra SOP không trả về gì.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→ Xem sheet Findings, dòng 16-18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864"/>
                </a:solidFill>
              </a:rPr>
              <a:t>Hạng mục 5 — Báo cáo / hiển thị — KHÔNG THỰC HIỆN</a:t>
            </a:r>
          </a:p>
          <a:p>
            <a:r>
              <a:rPr sz="1300">
                <a:solidFill>
                  <a:srgbClr val="606060"/>
                </a:solidFill>
              </a:rPr>
              <a:t>1 phát hiện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Chủ động dừng, không audit hời hợt — dòng 19</a:t>
            </a:r>
          </a:p>
          <a:p>
            <a:pPr lvl="1">
              <a:spcAft>
                <a:spcPts val="600"/>
              </a:spcAft>
            </a:pPr>
            <a:r>
              <a:rPr sz="1100" b="0"/>
              <a:t>Ưu tiên hoàn tất hạng mục 1-4 với bằng chứng thật (lệnh + output) theo đúng yêu cầu đề bài.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Ghi nhận cho phiên sau:</a:t>
            </a:r>
          </a:p>
          <a:p>
            <a:pPr lvl="1">
              <a:spcAft>
                <a:spcPts val="600"/>
              </a:spcAft>
            </a:pPr>
            <a:r>
              <a:rPr sz="1100" b="0"/>
              <a:t>Cần kiểm marker máy WHAT/WHO/WHY/HOW-TO trong unified_incident_card.py còn parse-coupled đúng không.</a:t>
            </a:r>
          </a:p>
          <a:p>
            <a:pPr lvl="1">
              <a:spcAft>
                <a:spcPts val="600"/>
              </a:spcAft>
            </a:pPr>
            <a:r>
              <a:rPr sz="1100" b="0"/>
              <a:t>Lưu ý: bản vá Đ68 (gate card chẩn đoán theo confidence) CHƯA deploy → hành vi Telegram production hiện vẫn là hành vi CŨ, tức vẫn gửi card cho ca confidence=0.0.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6 mục không kiểm chứng được (VM khách hàng, Telegram end-to-end, Jenkins build history, FT.INFO, OrbStack lab, hạng mục 5):</a:t>
            </a:r>
          </a:p>
          <a:p>
            <a:pPr lvl="1">
              <a:spcAft>
                <a:spcPts val="600"/>
              </a:spcAft>
            </a:pPr>
            <a:r>
              <a:rPr sz="1100" b="0"/>
              <a:t>Liệt kê đầy đủ kèm lý do ở sheet "Khong_kiem_chung_duoc".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</a:rPr>
              <a:t>→ Xem sheet Findings, dòng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